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title and one-sentence positioning.
State that the work combines infrastructure design, deployment, security controls, Blue Team review, Red Team review, project management, and final presentation readiness.
[Sources]
- Internal project documentation: README, Context PRD, Technical Specification, Deployment, Blue Team, Red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remote-first scenario was selected.
Stress that the context naturally creates strong requirements in IAM, remote access, web exposure control, file sharing, backup, and monitoring.
[Sources]
- Internal project documentation: 01_Context_PRD/01_Company_Profile.md, 02_Business_Needs_Analysis.md, 03_PRD.md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main goals: deploy the required components, secure the environment, document everything clearly, validate the infrastructure, and present the result professionally.
[Sources]
- Internal project documentation: Project Charter, PRD, MVP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architecture as an integrated system: IAM, access control, web layer, protected database, file sharing, monitoring/backup, and transversal security review through Blue Team and Red Team.
[Sources]
- Internal project documentation: Technical Specification, Architecture Overview, Deployment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stack was chosen for coherence, SME realism, ease of deployment, and clear security justification.
[Sources]
- Internal project documentation: Technical Specification / Technology Choices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deployment is not only installation. It also includes service validation, proof, screenshots, test cases, and evidence folders.
[Sources]
- Internal project documentation: Infrastructure Deployment, Test Cases, Screenshots and Proofs indexes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core controls: identity, exposure reduction, backend isolation, restricted admin access, monitoring, and backup. Emphasize realistic baseline security rather than enterprise over-engineering.
[Sources]
- Internal project documentation: Security Controls, Compliance / Backup / DR, Risk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Blue Team case as a structured defensive review built on evidence, findings, remediation, and retest. Mention that the strongest remaining need is full operational proof.
[Sources]
- Internal project documentation: Blue Team methodology, findings, remediation plan, executive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Red Team work stayed non-destructive and improvement-oriented. Highlight the main offensive review themes: web exposure, backend isolation, admin paths, remote access, and unexpected ports.
[Sources]
- Internal project documentation: Red Team methodology, findings, pentest 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explicit: the remaining work is mainly final proof and closure, not a redesign of the whole project. This keeps the message confident and realistic.
[Sources]
- Internal project documentation: Blue Team and Red Team executive summaries, remediation plans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project is not only technical. It also includes charter logic, roles, Kanban, Agile practices, roadmap, budget, and retrospective thinking.
[Sources]
- Internal project documentation: Project Charter, Roles and Responsibilities, Agile Practices, Retrospective, Roadmap/Gantt, Budget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reflection and maturity: structure, evidence, security-by-design, scope discipline, and project management all changed the quality of the final result.
[Sources]
- Internal project documentation: Retrospective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confidence: the project is coherent, security-aware, well documented, and close to final readiness. The final effort should now focus on proof completion, remediation validation, and final speaking polish.
[Sources]
- Internal project documentation: entire repository structure and final presentation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F5EFF">
              <a:alpha val="90000"/>
            </a:srgbClr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34440"/>
            <a:ext cx="2194560" cy="0"/>
          </a:xfrm>
          <a:prstGeom prst="line">
            <a:avLst/>
          </a:prstGeom>
          <a:noFill/>
          <a:ln w="12700">
            <a:solidFill>
              <a:srgbClr val="12B5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Infrastructure Design,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Deployment, Defense and Assessment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49808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5F2"/>
                </a:solidFill>
              </a:rPr>
              <a:t>Final CYBFS Project — Remote-first Startup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4023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0599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Architecture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84832" y="40233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40599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402336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27476A"/>
          </a:solidFill>
          <a:ln w="12700">
            <a:solidFill>
              <a:srgbClr val="2747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0599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Blue Team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35424" y="402336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27476A"/>
          </a:solidFill>
          <a:ln w="12700">
            <a:solidFill>
              <a:srgbClr val="2747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5424" y="40599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Red Team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88152" y="402336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7476A"/>
          </a:solidFill>
          <a:ln w="12700">
            <a:solidFill>
              <a:srgbClr val="2747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8152" y="405993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Delivery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61447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Professional, SME-scale, documented and defensible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81160" y="61264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Chris Rattana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context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EFF"/>
                </a:solidFill>
              </a:rPr>
              <a:t>Scenario selected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</a:rPr>
              <a:t>Remote-first startup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3232" y="1947672"/>
            <a:ext cx="64008" cy="640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74520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Distributed users and secure remote access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2386584"/>
            <a:ext cx="64008" cy="640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313432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Centralized identity and permissions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13232" y="2825496"/>
            <a:ext cx="64008" cy="640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752344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Web service, database and file sharing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13232" y="3264408"/>
            <a:ext cx="64008" cy="640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191256"/>
            <a:ext cx="4535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</a:rPr>
              <a:t>Monitoring, backup and controlled exposure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0" y="12344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47104" y="1362456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Core business needs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47104" y="1673352"/>
            <a:ext cx="4690872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Secure access for remote users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Reliable business service availability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Protected backend data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Shared collaboration space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Operational visibility and recoverability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1325880"/>
            <a:ext cx="0" cy="425196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525780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52943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Security-driven context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5257800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52943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3"/>
                </a:solidFill>
              </a:rPr>
              <a:t>SME scale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92640" y="525780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7476A"/>
          </a:solidFill>
          <a:ln w="12700">
            <a:solidFill>
              <a:srgbClr val="2747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5294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Remote operations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Build a functional, secure, integrated and documented SME infrastructure.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5681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Design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2267712"/>
            <a:ext cx="313639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Business context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PRD and MVP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Architecture and technology choices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Risk analysis and security controls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95681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Deploy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35424" y="2267712"/>
            <a:ext cx="313639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AD / IAM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Web service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Protected database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File sharing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Monitoring and backup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7EA"/>
          </a:solidFill>
          <a:ln w="12700">
            <a:solidFill>
              <a:srgbClr val="F6E2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3024" y="195681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Assess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93024" y="2267712"/>
            <a:ext cx="313639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Network security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Blue Team review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Red Team review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Remediation and retest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Final presentation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24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877"/>
                </a:solidFill>
              </a:rPr>
              <a:t>Six integrated layers support the full project scope.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3063240"/>
            <a:ext cx="1051560" cy="0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3063240"/>
            <a:ext cx="1051560" cy="0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23560" y="3063240"/>
            <a:ext cx="1005840" cy="0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43800" y="3063240"/>
            <a:ext cx="1005840" cy="0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26480" y="2514600"/>
            <a:ext cx="0" cy="-658368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909560" y="2514600"/>
            <a:ext cx="0" cy="-658368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3794760"/>
            <a:ext cx="0" cy="868680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909560" y="3794760"/>
            <a:ext cx="0" cy="868680"/>
          </a:xfrm>
          <a:prstGeom prst="line">
            <a:avLst/>
          </a:prstGeom>
          <a:noFill/>
          <a:ln w="12700">
            <a:solidFill>
              <a:srgbClr val="8FA5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2560320"/>
            <a:ext cx="1051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" y="268833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Remote users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256032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268833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Access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control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914400" cy="960120"/>
          </a:xfrm>
          <a:prstGeom prst="roundRect">
            <a:avLst>
              <a:gd name="adj" fmla="val 8000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268833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Web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service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29400" y="2560320"/>
            <a:ext cx="1280160" cy="960120"/>
          </a:xfrm>
          <a:prstGeom prst="roundRect">
            <a:avLst>
              <a:gd name="adj" fmla="val 7619"/>
            </a:avLst>
          </a:prstGeom>
          <a:solidFill>
            <a:srgbClr val="FFF7EA"/>
          </a:solidFill>
          <a:ln w="12700">
            <a:solidFill>
              <a:srgbClr val="F6E2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268833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Database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49640" y="256032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95944" y="2688336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File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sharing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378440" y="2560320"/>
            <a:ext cx="10515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24744" y="2688336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Monitoring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</a:rPr>
              <a:t>Backup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49240" y="1417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95544" y="15453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AD / IAM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32320" y="14173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78624" y="154533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Network security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49240" y="44348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95544" y="456285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Blue Team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32320" y="44348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78624" y="456285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</a:rPr>
              <a:t>Red Team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choices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877"/>
                </a:solidFill>
              </a:rPr>
              <a:t>A simple, demonstrable and security-oriented stack.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110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Samba 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9264" y="2221992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877"/>
                </a:solidFill>
              </a:rPr>
              <a:t>centralized identity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069080" y="17830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15384" y="19110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Nginx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15384" y="2221992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877"/>
                </a:solidFill>
              </a:rPr>
              <a:t>web entry point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0" y="17830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61504" y="191109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PostgreSQL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61504" y="2221992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877"/>
                </a:solidFill>
              </a:rPr>
              <a:t>protected backend data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Nextcloud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9264" y="3639312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877"/>
                </a:solidFill>
              </a:rPr>
              <a:t>remote file sharing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69080" y="32004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Wazuh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15384" y="3639312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877"/>
                </a:solidFill>
              </a:rPr>
              <a:t>monitoring visibility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0" y="32004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332841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OpenVPN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61504" y="3639312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877"/>
                </a:solidFill>
              </a:rPr>
              <a:t>controlled remote access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069080" y="46177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15384" y="4745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UFW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215384" y="5056632"/>
            <a:ext cx="245059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877"/>
                </a:solidFill>
              </a:rPr>
              <a:t>host firewalling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and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241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877"/>
                </a:solidFill>
              </a:rPr>
              <a:t>The project documents both implementation and proof.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8D6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9264" y="186537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AD / IAM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2176272"/>
            <a:ext cx="31363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877"/>
                </a:solidFill>
              </a:rPr>
              <a:t>identity, users, groups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7373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8D6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186537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Web Server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6864" y="2176272"/>
            <a:ext cx="31363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877"/>
                </a:solidFill>
              </a:rPr>
              <a:t>reachable service path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8346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8D6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9264" y="296265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Database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9264" y="3273552"/>
            <a:ext cx="31363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877"/>
                </a:solidFill>
              </a:rPr>
              <a:t>backend connectivity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283464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8D6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26864" y="296265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File Server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26864" y="3273552"/>
            <a:ext cx="31363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877"/>
                </a:solidFill>
              </a:rPr>
              <a:t>authorized vs denied access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93192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D59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9264" y="405993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Backup / Monitoring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9264" y="4370832"/>
            <a:ext cx="31363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877"/>
                </a:solidFill>
              </a:rPr>
              <a:t>visibility and artifacts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393192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4D59A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405993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Network Security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26864" y="4370832"/>
            <a:ext cx="313639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877"/>
                </a:solidFill>
              </a:rPr>
              <a:t>ports, filtering, admin paths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83880" y="4480560"/>
            <a:ext cx="3154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30184" y="460857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Evidence model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30184" y="4919472"/>
            <a:ext cx="2862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Screenshots • status outputs • denied paths • monitoring views • backup artifacts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controls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6824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Identity control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7824" y="1993392"/>
            <a:ext cx="1719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Centralized IAM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Least privilege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1554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6824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Exposure reduction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26664" y="1993392"/>
            <a:ext cx="1719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Minimal open ports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Controlled paths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7EA"/>
          </a:solidFill>
          <a:ln w="12700">
            <a:solidFill>
              <a:srgbClr val="F6E2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16824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Backend isolation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75504" y="1993392"/>
            <a:ext cx="1719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Database and internal services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Protected by design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78040" y="1554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6824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Admin restriction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24344" y="1993392"/>
            <a:ext cx="1719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Separate privileged access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Restricted admin paths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326880" y="155448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3184" y="1682496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Visibility + recovery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73184" y="1993392"/>
            <a:ext cx="17190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Monitoring, logs, backup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Restore awareness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" y="32918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Security was integrated from the start, not added at the end.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77240" y="3913632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3840480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2430"/>
                </a:solidFill>
              </a:rPr>
              <a:t>Controlled remote access aligned with the remote-first scenario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77240" y="4352544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4279392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2430"/>
                </a:solidFill>
              </a:rPr>
              <a:t>Firewalling and trust-boundary logic across exposed and internal services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77240" y="4791456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" y="4718304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2430"/>
                </a:solidFill>
              </a:rPr>
              <a:t>Evidence-oriented validation through Blue Team and Red Team workstreams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 Team perspective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2286000" cy="36118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15453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Method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3544" y="1856232"/>
            <a:ext cx="1993392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Scope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Evidence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Findings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Risk register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Remediation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Retest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000" y="1417320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5304" y="15453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Main defensive focus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75304" y="1856232"/>
            <a:ext cx="3547872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access control proof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restricted exposure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monitoring usefulness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backup credibility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• documentation and traceability maturity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35240" y="141732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81544" y="154533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3"/>
                </a:solidFill>
              </a:rPr>
              <a:t>Current priorities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781544" y="1856232"/>
            <a:ext cx="3456432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1. replace placeholders with real evidence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2. prove authorized vs denied access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3. prove backup + restore path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4. confirm monitoring coverage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</a:rPr>
              <a:t>5. close the finalization gap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Team perspective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59105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Attack surface reviewed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3544" y="1901952"/>
            <a:ext cx="3273552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Web exposure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Remote access boundary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Administrative paths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Backend database reachability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File-sharing exposure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Unexpected open ports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2926080" cy="3840480"/>
          </a:xfrm>
          <a:prstGeom prst="roundRect">
            <a:avLst>
              <a:gd name="adj" fmla="val 2500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304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Offensive logic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18304" y="1901952"/>
            <a:ext cx="2633472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Controlled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Non-destructive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Evidence-based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Improvement-oriented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Focused on reachable vs blocked paths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26680" y="146304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7EA"/>
          </a:solidFill>
          <a:ln w="12700">
            <a:solidFill>
              <a:srgbClr val="F6E2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72984" y="1591056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Key message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72984" y="1901952"/>
            <a:ext cx="3319272" cy="3310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20" dirty="0">
                <a:solidFill>
                  <a:srgbClr val="1B2430"/>
                </a:solidFill>
              </a:rPr>
              <a:t>The architecture is promising, but the offensive deliverable must still prove that trust boundaries truly hold in practice.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priorities before final closure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640080" cy="566928"/>
          </a:xfrm>
          <a:prstGeom prst="roundRect">
            <a:avLst>
              <a:gd name="adj" fmla="val 9677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35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645920" y="1307592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92224" y="143560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Collect real proof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532120" y="13533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screenshots, outputs, denied paths, monitoring and backup evidence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2258568"/>
            <a:ext cx="640080" cy="566928"/>
          </a:xfrm>
          <a:prstGeom prst="roundRect">
            <a:avLst>
              <a:gd name="adj" fmla="val 9677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682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645920" y="22402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92224" y="236829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Validate access control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32120" y="2286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authorized vs unauthorized behavior on protected resources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3191256"/>
            <a:ext cx="640080" cy="566928"/>
          </a:xfrm>
          <a:prstGeom prst="roundRect">
            <a:avLst>
              <a:gd name="adj" fmla="val 9677"/>
            </a:avLst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009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645920" y="3172968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92224" y="330098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Validate restricted exposure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32120" y="321868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port review, firewall outputs, backend isolation, admin restriction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123944"/>
            <a:ext cx="640080" cy="566928"/>
          </a:xfrm>
          <a:prstGeom prst="roundRect">
            <a:avLst>
              <a:gd name="adj" fmla="val 9677"/>
            </a:avLst>
          </a:prstGeom>
          <a:solidFill>
            <a:srgbClr val="12B5CB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336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645920" y="4105656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792224" y="423367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Validate resilience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415137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backup artifact and one restore-oriented path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" y="5056632"/>
            <a:ext cx="640080" cy="566928"/>
          </a:xfrm>
          <a:prstGeom prst="roundRect">
            <a:avLst>
              <a:gd name="adj" fmla="val 9677"/>
            </a:avLst>
          </a:prstGeom>
          <a:solidFill>
            <a:srgbClr val="12B5CB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166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645920" y="5038344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92224" y="51663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Finalize consistency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32120" y="508406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align findings, risk, remediation, retest and presentation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management and delivery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72821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Charter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3544" y="2039112"/>
            <a:ext cx="217627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Scope, objectives, risks, milestones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3756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0FBFD"/>
          </a:solidFill>
          <a:ln w="12700">
            <a:solidFill>
              <a:srgbClr val="D4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72821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Roles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83864" y="2039112"/>
            <a:ext cx="217627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Ownership across design, build, security and delivery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9788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7EA"/>
          </a:solidFill>
          <a:ln w="12700">
            <a:solidFill>
              <a:srgbClr val="F6E2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44184" y="172821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Kanban + Agile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44184" y="2039112"/>
            <a:ext cx="217627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MVP-first, visual workflow, iterative completion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458200" y="16002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EDF4FF"/>
          </a:solidFill>
          <a:ln w="12700">
            <a:solidFill>
              <a:srgbClr val="D4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4504" y="17282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</a:rPr>
              <a:t>Roadmap + Budget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04504" y="2039112"/>
            <a:ext cx="263347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</a:rPr>
              <a:t>Planning, milestones and cost framing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6384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3"/>
                </a:solidFill>
              </a:rPr>
              <a:t>Project management improved the technical delivery by keeping the scope controlled and the work traceable.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22960" y="4553712"/>
            <a:ext cx="64008" cy="640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480560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2430"/>
                </a:solidFill>
              </a:rPr>
              <a:t>MVP-first approach to avoid scope inflation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22960" y="4992624"/>
            <a:ext cx="64008" cy="640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4919472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2430"/>
                </a:solidFill>
              </a:rPr>
              <a:t>Incremental documentation instead of late reconstruction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22960" y="5431536"/>
            <a:ext cx="64008" cy="64008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5358384"/>
            <a:ext cx="10204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B2430"/>
                </a:solidFill>
              </a:rPr>
              <a:t>Retrospective used to capture lessons learned and improvement areas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13232"/>
            <a:ext cx="1106424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0" y="210312"/>
            <a:ext cx="667512" cy="146304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16367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Structure matters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23544" y="1947672"/>
            <a:ext cx="32278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1B2430"/>
                </a:solidFill>
              </a:rPr>
              <a:t>A strong repository and document structure accelerates delivery quality.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EDF4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6367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Working proof matters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26864" y="1947672"/>
            <a:ext cx="32278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1B2430"/>
                </a:solidFill>
              </a:rPr>
              <a:t>A service that works without evidence is still weak in a final review.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8183880" y="15087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30184" y="163677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Security must be designed 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30184" y="1947672"/>
            <a:ext cx="32278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1B2430"/>
                </a:solidFill>
              </a:rPr>
              <a:t>Access control and exposure logic are easier when built early.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EDF4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19125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Scope discipline matters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23544" y="3502152"/>
            <a:ext cx="32278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1B2430"/>
                </a:solidFill>
              </a:rPr>
              <a:t>A realistic and complete MVP is stronger than an oversized unfinished project.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4480560" y="30632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319125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3"/>
                </a:solidFill>
              </a:rPr>
              <a:t>Project management helps delivery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26864" y="3502152"/>
            <a:ext cx="322783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420" dirty="0">
                <a:solidFill>
                  <a:srgbClr val="1B2430"/>
                </a:solidFill>
              </a:rPr>
              <a:t>Planning and task ownership improved the technical result.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CYBFS Final Project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155680" y="641908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D6877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49808" y="1170432"/>
            <a:ext cx="1828800" cy="0"/>
          </a:xfrm>
          <a:prstGeom prst="line">
            <a:avLst/>
          </a:prstGeom>
          <a:noFill/>
          <a:ln w="12700">
            <a:solidFill>
              <a:srgbClr val="12B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15087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realistic, secure and well-structured final infrastructure project — with clear next steps focused on proof completion and remediation validation.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136392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3063240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</a:rPr>
              <a:t>Coherent architecture and technology stack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593592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3520440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</a:rPr>
              <a:t>All core infrastructure blocks covered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050792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3977640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</a:rPr>
              <a:t>Security integrated by design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507992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4434840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</a:rPr>
              <a:t>Blue Team and Red Team perspectives included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965192"/>
            <a:ext cx="64008" cy="64008"/>
          </a:xfrm>
          <a:prstGeom prst="ellipse">
            <a:avLst/>
          </a:prstGeom>
          <a:solidFill>
            <a:srgbClr val="12B5CB"/>
          </a:solidFill>
          <a:ln w="12700">
            <a:solidFill>
              <a:srgbClr val="12B5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892040"/>
            <a:ext cx="7004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F8"/>
                </a:solidFill>
              </a:rPr>
              <a:t>Strong documentation and project management foundation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732520" y="14630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A3557"/>
          </a:solidFill>
          <a:ln w="12700">
            <a:solidFill>
              <a:srgbClr val="335A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78824" y="1591056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Final message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78824" y="1901952"/>
            <a:ext cx="2359152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</a:rPr>
              <a:t>The remaining work is mostly final proof and closure, not a redesign of the project.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0F8"/>
                </a:solidFill>
              </a:rPr>
              <a:t>The project is already defensible and close to final presentation readiness.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64040" y="6035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Infrastructure Design, Deployment, Defense and Assessment for a Remote-first Startup</dc:title>
  <dc:subject>Final CYBFS Presentation</dc:subject>
  <dc:creator>OpenAI</dc:creator>
  <cp:lastModifiedBy>OpenAI</cp:lastModifiedBy>
  <cp:revision>1</cp:revision>
  <dcterms:created xsi:type="dcterms:W3CDTF">2026-04-12T00:20:24Z</dcterms:created>
  <dcterms:modified xsi:type="dcterms:W3CDTF">2026-04-12T00:20:24Z</dcterms:modified>
</cp:coreProperties>
</file>